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8" r:id="rId3"/>
    <p:sldId id="257" r:id="rId4"/>
    <p:sldId id="260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9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80" d="100"/>
          <a:sy n="80" d="100"/>
        </p:scale>
        <p:origin x="1138" y="2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27382" y="188640"/>
            <a:ext cx="9409045" cy="1412776"/>
          </a:xfrm>
        </p:spPr>
        <p:txBody>
          <a:bodyPr/>
          <a:lstStyle>
            <a:lvl1pPr>
              <a:defRPr b="1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927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Номер слайда 5"/>
          <p:cNvSpPr txBox="1">
            <a:spLocks/>
          </p:cNvSpPr>
          <p:nvPr/>
        </p:nvSpPr>
        <p:spPr>
          <a:xfrm>
            <a:off x="8940800" y="65087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rgbClr val="3399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43339" y="116632"/>
            <a:ext cx="11809312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0" name="Текст 2"/>
          <p:cNvSpPr>
            <a:spLocks noGrp="1"/>
          </p:cNvSpPr>
          <p:nvPr>
            <p:ph idx="1"/>
          </p:nvPr>
        </p:nvSpPr>
        <p:spPr>
          <a:xfrm>
            <a:off x="143339" y="1412776"/>
            <a:ext cx="8736971" cy="4032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852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95733" y="4406901"/>
            <a:ext cx="7630551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695733" y="2906713"/>
            <a:ext cx="763055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34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39349" y="2060848"/>
            <a:ext cx="5760640" cy="4093915"/>
          </a:xfrm>
        </p:spPr>
        <p:txBody>
          <a:bodyPr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2011" y="2071390"/>
            <a:ext cx="5760640" cy="4093915"/>
          </a:xfrm>
        </p:spPr>
        <p:txBody>
          <a:bodyPr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5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35360" y="1916832"/>
            <a:ext cx="5568619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35360" y="2556594"/>
            <a:ext cx="5568619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288022" y="1934294"/>
            <a:ext cx="5664629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288022" y="2574056"/>
            <a:ext cx="5664629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1833747" y="6410897"/>
            <a:ext cx="1620652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5538912" y="6356351"/>
            <a:ext cx="2199456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9961747" y="6356351"/>
            <a:ext cx="1620652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23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75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513622"/>
            <a:ext cx="4011084" cy="92147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51851" y="1916833"/>
            <a:ext cx="6815667" cy="4353347"/>
          </a:xfrm>
        </p:spPr>
        <p:txBody>
          <a:bodyPr/>
          <a:lstStyle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8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50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80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54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78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085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presentation-creation.ru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339" y="116632"/>
            <a:ext cx="11809312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43339" y="1412776"/>
            <a:ext cx="8736971" cy="4032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fld id="{94801A4A-5D9A-4235-9031-B4B8865BD4ED}" type="datetimeFigureOut">
              <a:rPr lang="ru-RU" smtClean="0"/>
              <a:t>14.12.2022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fld id="{7528B3F5-5758-46B5-BFD8-51C11FD10939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5"/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917" y="45855"/>
            <a:ext cx="1010349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45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2">
              <a:lumMod val="40000"/>
              <a:lumOff val="6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2">
              <a:lumMod val="40000"/>
              <a:lumOff val="6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2">
              <a:lumMod val="40000"/>
              <a:lumOff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2">
              <a:lumMod val="40000"/>
              <a:lumOff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2">
              <a:lumMod val="40000"/>
              <a:lumOff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2">
              <a:lumMod val="40000"/>
              <a:lumOff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2.emf"/><Relationship Id="rId18" Type="http://schemas.openxmlformats.org/officeDocument/2006/relationships/image" Target="../media/image27.emf"/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12" Type="http://schemas.openxmlformats.org/officeDocument/2006/relationships/image" Target="../media/image21.emf"/><Relationship Id="rId17" Type="http://schemas.openxmlformats.org/officeDocument/2006/relationships/image" Target="../media/image26.emf"/><Relationship Id="rId2" Type="http://schemas.openxmlformats.org/officeDocument/2006/relationships/image" Target="../media/image11.emf"/><Relationship Id="rId16" Type="http://schemas.openxmlformats.org/officeDocument/2006/relationships/image" Target="../media/image25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emf"/><Relationship Id="rId11" Type="http://schemas.openxmlformats.org/officeDocument/2006/relationships/image" Target="../media/image20.emf"/><Relationship Id="rId5" Type="http://schemas.openxmlformats.org/officeDocument/2006/relationships/image" Target="../media/image14.emf"/><Relationship Id="rId15" Type="http://schemas.openxmlformats.org/officeDocument/2006/relationships/image" Target="../media/image24.emf"/><Relationship Id="rId10" Type="http://schemas.openxmlformats.org/officeDocument/2006/relationships/image" Target="../media/image19.emf"/><Relationship Id="rId4" Type="http://schemas.openxmlformats.org/officeDocument/2006/relationships/image" Target="../media/image13.emf"/><Relationship Id="rId9" Type="http://schemas.openxmlformats.org/officeDocument/2006/relationships/image" Target="../media/image18.emf"/><Relationship Id="rId14" Type="http://schemas.openxmlformats.org/officeDocument/2006/relationships/image" Target="../media/image2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7" Type="http://schemas.openxmlformats.org/officeDocument/2006/relationships/image" Target="../media/image21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emf"/><Relationship Id="rId5" Type="http://schemas.openxmlformats.org/officeDocument/2006/relationships/image" Target="../media/image15.emf"/><Relationship Id="rId4" Type="http://schemas.openxmlformats.org/officeDocument/2006/relationships/image" Target="../media/image3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39.emf"/><Relationship Id="rId7" Type="http://schemas.openxmlformats.org/officeDocument/2006/relationships/image" Target="../media/image15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Relationship Id="rId9" Type="http://schemas.openxmlformats.org/officeDocument/2006/relationships/image" Target="../media/image21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emf"/><Relationship Id="rId5" Type="http://schemas.openxmlformats.org/officeDocument/2006/relationships/image" Target="../media/image17.emf"/><Relationship Id="rId4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46022" y="685800"/>
            <a:ext cx="8825658" cy="3329581"/>
          </a:xfrm>
        </p:spPr>
        <p:txBody>
          <a:bodyPr/>
          <a:lstStyle/>
          <a:p>
            <a:r>
              <a:rPr lang="ru-RU" dirty="0" smtClean="0"/>
              <a:t>Презентация на тему</a:t>
            </a:r>
            <a:r>
              <a:rPr lang="en-US" dirty="0" smtClean="0"/>
              <a:t>: “</a:t>
            </a:r>
            <a:r>
              <a:rPr lang="en-US" dirty="0" err="1" smtClean="0"/>
              <a:t>Git</a:t>
            </a:r>
            <a:r>
              <a:rPr lang="en-US" dirty="0" smtClean="0"/>
              <a:t>”</a:t>
            </a:r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309779" y="3371914"/>
            <a:ext cx="8825658" cy="33295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0" y="4154151"/>
            <a:ext cx="8825658" cy="26099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dirty="0" smtClean="0"/>
              <a:t>Подготовил</a:t>
            </a:r>
            <a:r>
              <a:rPr lang="en-US" sz="3600" dirty="0" smtClean="0"/>
              <a:t>:</a:t>
            </a:r>
          </a:p>
          <a:p>
            <a:pPr algn="l"/>
            <a:r>
              <a:rPr lang="ru-RU" sz="3600" dirty="0" smtClean="0"/>
              <a:t>Панкратьев Егор </a:t>
            </a:r>
            <a:r>
              <a:rPr lang="ru-RU" sz="3600" dirty="0" smtClean="0"/>
              <a:t>Сергеевич</a:t>
            </a:r>
            <a:endParaRPr lang="en-US" sz="3600" dirty="0" smtClean="0"/>
          </a:p>
          <a:p>
            <a:pPr algn="l"/>
            <a:r>
              <a:rPr lang="ru-RU" sz="3600" dirty="0" smtClean="0"/>
              <a:t>Жук Яна Сергеевна</a:t>
            </a:r>
            <a:r>
              <a:rPr lang="en-US" sz="3600" dirty="0" smtClean="0"/>
              <a:t> 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8717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3214904" y="0"/>
            <a:ext cx="8825658" cy="92504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План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64042" y="3306234"/>
            <a:ext cx="13419667" cy="23791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 smtClean="0"/>
              <a:t>1) Что такое </a:t>
            </a:r>
            <a:r>
              <a:rPr lang="en-US" sz="3200" dirty="0" err="1" smtClean="0"/>
              <a:t>Git</a:t>
            </a:r>
            <a:r>
              <a:rPr lang="ru-RU" sz="3200" dirty="0" smtClean="0"/>
              <a:t>?</a:t>
            </a:r>
          </a:p>
          <a:p>
            <a:pPr algn="l"/>
            <a:r>
              <a:rPr lang="ru-RU" sz="3200" dirty="0" smtClean="0"/>
              <a:t>2) Как работать с </a:t>
            </a:r>
            <a:r>
              <a:rPr lang="en-US" sz="3200" dirty="0" err="1" smtClean="0"/>
              <a:t>Git</a:t>
            </a:r>
            <a:r>
              <a:rPr lang="ru-RU" sz="3200" dirty="0" smtClean="0"/>
              <a:t>?</a:t>
            </a:r>
          </a:p>
          <a:p>
            <a:pPr algn="l"/>
            <a:r>
              <a:rPr lang="ru-RU" sz="3200" dirty="0" smtClean="0"/>
              <a:t>3) Создание </a:t>
            </a:r>
            <a:r>
              <a:rPr lang="ru-RU" sz="3200" dirty="0" err="1" smtClean="0"/>
              <a:t>репозитория</a:t>
            </a:r>
            <a:r>
              <a:rPr lang="ru-RU" sz="3200" dirty="0" smtClean="0"/>
              <a:t> </a:t>
            </a:r>
            <a:r>
              <a:rPr lang="en-US" sz="3200" dirty="0" err="1" smtClean="0"/>
              <a:t>Git</a:t>
            </a:r>
            <a:r>
              <a:rPr lang="ru-RU" sz="3200" dirty="0" smtClean="0"/>
              <a:t>.</a:t>
            </a:r>
            <a:endParaRPr lang="ru-RU" sz="3200" dirty="0"/>
          </a:p>
          <a:p>
            <a:pPr algn="l"/>
            <a:r>
              <a:rPr lang="ru-RU" sz="3200" dirty="0" smtClean="0"/>
              <a:t>4) Области </a:t>
            </a:r>
            <a:r>
              <a:rPr lang="en-US" sz="3200" dirty="0" err="1" smtClean="0"/>
              <a:t>Git</a:t>
            </a:r>
            <a:r>
              <a:rPr lang="ru-RU" sz="3200" dirty="0" smtClean="0"/>
              <a:t>.</a:t>
            </a:r>
          </a:p>
          <a:p>
            <a:pPr algn="l"/>
            <a:r>
              <a:rPr lang="ru-RU" sz="3200" dirty="0" smtClean="0"/>
              <a:t>5) Типы объектов в </a:t>
            </a:r>
            <a:r>
              <a:rPr lang="en-US" sz="3200" dirty="0" err="1" smtClean="0"/>
              <a:t>Git</a:t>
            </a:r>
            <a:r>
              <a:rPr lang="en-US" sz="3200" dirty="0" smtClean="0"/>
              <a:t>.</a:t>
            </a:r>
          </a:p>
          <a:p>
            <a:pPr algn="l"/>
            <a:r>
              <a:rPr lang="ru-RU" sz="3200" dirty="0" smtClean="0"/>
              <a:t>6) Что такое </a:t>
            </a:r>
            <a:r>
              <a:rPr lang="ru-RU" sz="3200" dirty="0" err="1" smtClean="0"/>
              <a:t>коммит</a:t>
            </a:r>
            <a:r>
              <a:rPr lang="ru-RU" sz="3200" dirty="0" smtClean="0"/>
              <a:t>, корневой </a:t>
            </a:r>
            <a:r>
              <a:rPr lang="ru-RU" sz="3200" dirty="0" err="1" smtClean="0"/>
              <a:t>коммит</a:t>
            </a:r>
            <a:r>
              <a:rPr lang="ru-RU" sz="3200" dirty="0" smtClean="0"/>
              <a:t> и указатель?</a:t>
            </a:r>
          </a:p>
          <a:p>
            <a:pPr algn="l"/>
            <a:r>
              <a:rPr lang="ru-RU" sz="3200" dirty="0" smtClean="0"/>
              <a:t>7) Как создать </a:t>
            </a:r>
            <a:r>
              <a:rPr lang="ru-RU" sz="3200" dirty="0" err="1" smtClean="0"/>
              <a:t>коммит</a:t>
            </a:r>
            <a:r>
              <a:rPr lang="ru-RU" sz="3200" dirty="0" smtClean="0"/>
              <a:t>?</a:t>
            </a:r>
            <a:br>
              <a:rPr lang="ru-RU" sz="3200" dirty="0" smtClean="0"/>
            </a:br>
            <a:r>
              <a:rPr lang="en-US" sz="3200" dirty="0" smtClean="0"/>
              <a:t>8) </a:t>
            </a:r>
            <a:r>
              <a:rPr lang="ru-RU" sz="3200" dirty="0" smtClean="0"/>
              <a:t>Как перемещаться между разными </a:t>
            </a:r>
            <a:r>
              <a:rPr lang="ru-RU" sz="3200" dirty="0" err="1" smtClean="0"/>
              <a:t>коммитами</a:t>
            </a:r>
            <a:r>
              <a:rPr lang="ru-RU" sz="3200" dirty="0" smtClean="0"/>
              <a:t>?</a:t>
            </a:r>
          </a:p>
          <a:p>
            <a:pPr algn="l"/>
            <a:r>
              <a:rPr lang="ru-RU" sz="3200" dirty="0" smtClean="0"/>
              <a:t>9) Ветки в </a:t>
            </a:r>
            <a:r>
              <a:rPr lang="en-US" sz="3200" dirty="0" err="1" smtClean="0"/>
              <a:t>Git</a:t>
            </a:r>
            <a:r>
              <a:rPr lang="en-US" sz="3200" smtClean="0"/>
              <a:t>.</a:t>
            </a:r>
            <a:endParaRPr lang="ru-RU" sz="3200" dirty="0" smtClean="0"/>
          </a:p>
          <a:p>
            <a:pPr algn="l"/>
            <a:r>
              <a:rPr lang="ru-RU" sz="3200" dirty="0" smtClean="0"/>
              <a:t>10) Слияние веток.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97332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564590" y="170330"/>
            <a:ext cx="9889812" cy="1214671"/>
          </a:xfrm>
        </p:spPr>
        <p:txBody>
          <a:bodyPr>
            <a:normAutofit/>
          </a:bodyPr>
          <a:lstStyle/>
          <a:p>
            <a:r>
              <a:rPr lang="ru-RU" dirty="0" smtClean="0"/>
              <a:t>Что такое</a:t>
            </a:r>
            <a:r>
              <a:rPr lang="en-US" dirty="0" smtClean="0"/>
              <a:t> </a:t>
            </a:r>
            <a:r>
              <a:rPr lang="en-US" dirty="0" err="1" smtClean="0"/>
              <a:t>Git</a:t>
            </a:r>
            <a:r>
              <a:rPr lang="en-US" dirty="0" smtClean="0"/>
              <a:t>? </a:t>
            </a:r>
            <a:endParaRPr lang="ru-RU" dirty="0"/>
          </a:p>
        </p:txBody>
      </p:sp>
      <p:pic>
        <p:nvPicPr>
          <p:cNvPr id="1026" name="Picture 2" descr="Файл:Git-logo.svg — Википеди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766" y="1981199"/>
            <a:ext cx="1689100" cy="704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Человек думает – Бесплатные иконки: люд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85704" y="1981199"/>
            <a:ext cx="4876800" cy="487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4585402" y="1801174"/>
            <a:ext cx="7606598" cy="15489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>
                <a:effectLst/>
              </a:rPr>
              <a:t>Git</a:t>
            </a:r>
            <a:r>
              <a:rPr lang="en-US" dirty="0" smtClean="0">
                <a:effectLst/>
              </a:rPr>
              <a:t> </a:t>
            </a:r>
            <a:r>
              <a:rPr lang="ru-RU" dirty="0" smtClean="0">
                <a:effectLst/>
              </a:rPr>
              <a:t>– распределенная система управления версиями.</a:t>
            </a:r>
            <a:endParaRPr lang="ru-RU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1447754" y="3276631"/>
            <a:ext cx="8332739" cy="97927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effectLst/>
              </a:rPr>
              <a:t>-Что значит распределенная?</a:t>
            </a:r>
            <a:endParaRPr lang="ru-RU" sz="4000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917014" y="4255901"/>
            <a:ext cx="5124718" cy="23487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>
                <a:effectLst/>
              </a:rPr>
              <a:t>-Это значит, что на каждом компьютере находится полная версия </a:t>
            </a:r>
            <a:r>
              <a:rPr lang="ru-RU" dirty="0" err="1" smtClean="0">
                <a:effectLst/>
              </a:rPr>
              <a:t>репозитория</a:t>
            </a:r>
            <a:r>
              <a:rPr lang="ru-RU" dirty="0" smtClean="0">
                <a:effectLst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5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817779" y="0"/>
            <a:ext cx="8825658" cy="105204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Как работать с</a:t>
            </a:r>
            <a:r>
              <a:rPr lang="en-US" dirty="0" smtClean="0"/>
              <a:t> </a:t>
            </a:r>
            <a:r>
              <a:rPr lang="en-US" dirty="0" err="1" smtClean="0"/>
              <a:t>Git</a:t>
            </a:r>
            <a:r>
              <a:rPr lang="en-US" dirty="0" smtClean="0"/>
              <a:t>?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50776"/>
            <a:ext cx="7162800" cy="3207224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-2333312" y="2598728"/>
            <a:ext cx="8825658" cy="10520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effectLst/>
              </a:rPr>
              <a:t>git</a:t>
            </a:r>
            <a:r>
              <a:rPr lang="ru-RU" dirty="0">
                <a:effectLst/>
              </a:rPr>
              <a:t>-</a:t>
            </a:r>
            <a:r>
              <a:rPr lang="en-US" dirty="0" err="1">
                <a:effectLst/>
              </a:rPr>
              <a:t>scm</a:t>
            </a:r>
            <a:r>
              <a:rPr lang="ru-RU" dirty="0">
                <a:effectLst/>
              </a:rPr>
              <a:t>.</a:t>
            </a:r>
            <a:r>
              <a:rPr lang="en-US" dirty="0">
                <a:effectLst/>
              </a:rPr>
              <a:t>com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238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 txBox="1">
            <a:spLocks/>
          </p:cNvSpPr>
          <p:nvPr/>
        </p:nvSpPr>
        <p:spPr>
          <a:xfrm>
            <a:off x="-1215712" y="1058335"/>
            <a:ext cx="10173445" cy="21865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Создание нового </a:t>
            </a:r>
            <a:r>
              <a:rPr lang="en-US" sz="4000" dirty="0" err="1" smtClean="0"/>
              <a:t>Git</a:t>
            </a:r>
            <a:r>
              <a:rPr lang="en-US" sz="4000" dirty="0" smtClean="0"/>
              <a:t> </a:t>
            </a:r>
            <a:r>
              <a:rPr lang="ru-RU" sz="4000" dirty="0" err="1" smtClean="0"/>
              <a:t>репозитория</a:t>
            </a:r>
            <a:endParaRPr lang="ru-RU" sz="4000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174316" y="3167031"/>
            <a:ext cx="7105025" cy="2561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effectLst/>
              </a:rPr>
              <a:t>-После инициализации создается скрытая папка .</a:t>
            </a:r>
            <a:r>
              <a:rPr lang="en-US" sz="3200" dirty="0" err="1" smtClean="0">
                <a:effectLst/>
              </a:rPr>
              <a:t>git</a:t>
            </a:r>
            <a:r>
              <a:rPr lang="ru-RU" sz="3200" dirty="0" smtClean="0">
                <a:effectLst/>
              </a:rPr>
              <a:t>, в этой папке </a:t>
            </a:r>
            <a:r>
              <a:rPr lang="en-US" sz="3200" dirty="0" err="1" smtClean="0">
                <a:effectLst/>
              </a:rPr>
              <a:t>Git</a:t>
            </a:r>
            <a:r>
              <a:rPr lang="en-US" sz="3200" dirty="0" smtClean="0">
                <a:effectLst/>
              </a:rPr>
              <a:t> </a:t>
            </a:r>
            <a:r>
              <a:rPr lang="ru-RU" sz="3200" dirty="0" smtClean="0">
                <a:effectLst/>
              </a:rPr>
              <a:t>создает много других подпапок и там он сохраняет все объекты </a:t>
            </a:r>
            <a:r>
              <a:rPr lang="en-US" sz="3200" dirty="0" err="1" smtClean="0">
                <a:effectLst/>
              </a:rPr>
              <a:t>Git</a:t>
            </a:r>
            <a:r>
              <a:rPr lang="ru-RU" sz="3200" dirty="0" smtClean="0">
                <a:effectLst/>
              </a:rPr>
              <a:t> (об этом чуть позже)</a:t>
            </a:r>
            <a:endParaRPr lang="ru-RU" sz="3200" dirty="0">
              <a:effectLst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68" y="8468"/>
            <a:ext cx="4902729" cy="279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6362"/>
            <a:ext cx="8021169" cy="439163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893046" y="-67352"/>
            <a:ext cx="8825658" cy="1314514"/>
          </a:xfrm>
        </p:spPr>
        <p:txBody>
          <a:bodyPr/>
          <a:lstStyle/>
          <a:p>
            <a:r>
              <a:rPr lang="ru-RU" dirty="0" smtClean="0"/>
              <a:t>Области </a:t>
            </a:r>
            <a:r>
              <a:rPr lang="en-US" dirty="0" err="1" smtClean="0"/>
              <a:t>Git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466362"/>
            <a:ext cx="8021169" cy="442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89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631512" y="-76200"/>
            <a:ext cx="8825658" cy="111978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Типы объектов в </a:t>
            </a:r>
            <a:r>
              <a:rPr lang="en-US" dirty="0" err="1" smtClean="0"/>
              <a:t>Git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2" y="1043581"/>
            <a:ext cx="2733675" cy="3752850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222904" y="827810"/>
            <a:ext cx="8825658" cy="11197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4400" dirty="0" smtClean="0">
                <a:effectLst/>
              </a:rPr>
              <a:t>- объект содержит файл</a:t>
            </a:r>
            <a:endParaRPr lang="ru-RU" sz="4400" dirty="0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324504" y="2163362"/>
            <a:ext cx="8825658" cy="11197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4400" dirty="0" smtClean="0">
                <a:effectLst/>
              </a:rPr>
              <a:t>- объект содержит папку</a:t>
            </a:r>
            <a:endParaRPr lang="ru-RU" sz="4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1324504" y="3892421"/>
            <a:ext cx="8825658" cy="11197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4400" dirty="0" smtClean="0">
                <a:effectLst/>
              </a:rPr>
              <a:t>- объект содержит версию </a:t>
            </a:r>
          </a:p>
          <a:p>
            <a:pPr algn="l"/>
            <a:r>
              <a:rPr lang="ru-RU" sz="4400" dirty="0" smtClean="0">
                <a:effectLst/>
              </a:rPr>
              <a:t>               проект</a:t>
            </a:r>
            <a:endParaRPr lang="ru-RU" sz="4400" dirty="0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-919162" y="5621480"/>
            <a:ext cx="8825658" cy="11197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4400" dirty="0" smtClean="0">
                <a:effectLst/>
              </a:rPr>
              <a:t>Каждый объект содержит свой уникальный </a:t>
            </a:r>
            <a:r>
              <a:rPr lang="ru-RU" sz="4400" dirty="0" err="1" smtClean="0">
                <a:effectLst/>
              </a:rPr>
              <a:t>хэш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50860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16541" y="-228600"/>
            <a:ext cx="12308541" cy="1202596"/>
          </a:xfrm>
        </p:spPr>
        <p:txBody>
          <a:bodyPr>
            <a:normAutofit/>
          </a:bodyPr>
          <a:lstStyle/>
          <a:p>
            <a:r>
              <a:rPr lang="ru-RU" dirty="0" err="1" smtClean="0"/>
              <a:t>Коммит</a:t>
            </a:r>
            <a:r>
              <a:rPr lang="ru-RU" dirty="0" smtClean="0"/>
              <a:t> – указатель на дерево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991" y="3595701"/>
            <a:ext cx="3696632" cy="303378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803750"/>
            <a:ext cx="632460" cy="632460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310890" y="787525"/>
            <a:ext cx="1602613" cy="5512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</a:t>
            </a:r>
            <a:r>
              <a:rPr lang="en-US" sz="2900" dirty="0" smtClean="0"/>
              <a:t>Tree</a:t>
            </a:r>
            <a:endParaRPr lang="ru-RU" sz="29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" y="1435972"/>
            <a:ext cx="632460" cy="632460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276961" y="1399266"/>
            <a:ext cx="1670472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</a:t>
            </a:r>
            <a:r>
              <a:rPr lang="en-US" sz="2900" dirty="0" smtClean="0"/>
              <a:t>Blob</a:t>
            </a:r>
            <a:endParaRPr lang="ru-RU" sz="29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476" y="2700183"/>
            <a:ext cx="848327" cy="97097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" y="2067723"/>
            <a:ext cx="632460" cy="632460"/>
          </a:xfrm>
          <a:prstGeom prst="rect">
            <a:avLst/>
          </a:prstGeom>
        </p:spPr>
      </p:pic>
      <p:sp>
        <p:nvSpPr>
          <p:cNvPr id="12" name="Заголовок 1"/>
          <p:cNvSpPr txBox="1">
            <a:spLocks/>
          </p:cNvSpPr>
          <p:nvPr/>
        </p:nvSpPr>
        <p:spPr>
          <a:xfrm>
            <a:off x="466691" y="2033467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</a:t>
            </a:r>
            <a:r>
              <a:rPr lang="en-US" sz="2900" dirty="0" smtClean="0"/>
              <a:t>Commit</a:t>
            </a:r>
            <a:endParaRPr lang="ru-RU" sz="29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4626" y="3684526"/>
            <a:ext cx="1808142" cy="760667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884" y="2693155"/>
            <a:ext cx="638175" cy="638175"/>
          </a:xfrm>
          <a:prstGeom prst="rect">
            <a:avLst/>
          </a:prstGeom>
        </p:spPr>
      </p:pic>
      <p:sp>
        <p:nvSpPr>
          <p:cNvPr id="17" name="Заголовок 1"/>
          <p:cNvSpPr txBox="1">
            <a:spLocks/>
          </p:cNvSpPr>
          <p:nvPr/>
        </p:nvSpPr>
        <p:spPr>
          <a:xfrm>
            <a:off x="255599" y="2663132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</a:t>
            </a:r>
            <a:r>
              <a:rPr lang="en-US" sz="2900" dirty="0" smtClean="0"/>
              <a:t>Head</a:t>
            </a:r>
            <a:endParaRPr lang="ru-RU" sz="29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1476" y="1770312"/>
            <a:ext cx="856505" cy="984343"/>
          </a:xfrm>
          <a:prstGeom prst="rect">
            <a:avLst/>
          </a:prstGeom>
        </p:spPr>
      </p:pic>
      <p:sp>
        <p:nvSpPr>
          <p:cNvPr id="21" name="Заголовок 1"/>
          <p:cNvSpPr txBox="1">
            <a:spLocks/>
          </p:cNvSpPr>
          <p:nvPr/>
        </p:nvSpPr>
        <p:spPr>
          <a:xfrm>
            <a:off x="361146" y="2709340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ru-RU" sz="2900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1476" y="1770312"/>
            <a:ext cx="856506" cy="98434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9654" y="862146"/>
            <a:ext cx="840149" cy="965544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825" y="3276613"/>
            <a:ext cx="638175" cy="638175"/>
          </a:xfrm>
          <a:prstGeom prst="rect">
            <a:avLst/>
          </a:prstGeom>
        </p:spPr>
      </p:pic>
      <p:sp>
        <p:nvSpPr>
          <p:cNvPr id="25" name="Заголовок 1"/>
          <p:cNvSpPr txBox="1">
            <a:spLocks/>
          </p:cNvSpPr>
          <p:nvPr/>
        </p:nvSpPr>
        <p:spPr>
          <a:xfrm>
            <a:off x="301227" y="3257441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-Ветка</a:t>
            </a:r>
            <a:endParaRPr lang="ru-RU" sz="2900" dirty="0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1769" y="2813728"/>
            <a:ext cx="1753856" cy="732775"/>
          </a:xfrm>
          <a:prstGeom prst="rect">
            <a:avLst/>
          </a:prstGeom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2997" y="3595700"/>
            <a:ext cx="4205527" cy="3023913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63174" y="4261343"/>
            <a:ext cx="1534144" cy="2358270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63175" y="4261343"/>
            <a:ext cx="1534143" cy="2358270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54949" y="2663132"/>
            <a:ext cx="877804" cy="995719"/>
          </a:xfrm>
          <a:prstGeom prst="rect">
            <a:avLst/>
          </a:prstGeom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92537" y="3051352"/>
            <a:ext cx="828675" cy="12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5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2.96296E-6 L -0.2375 -0.00047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75" y="-23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07407E-6 L -0.2336 0.00046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80" y="23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2.96296E-6 L -0.23867 -0.00023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40" y="-23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7 L -0.23177 0.00023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89" y="0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11111E-6 L 0.12187 -0.00208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94" y="-116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4.81481E-6 L 0.12083 -0.00116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0" y="-46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83 -0.00115 L 0.12083 0.06459 C 0.12083 0.09422 0.08242 0.13172 0.05742 0.13172 L -0.00065 0.13172 " pathEditMode="relative" rAng="0" ptsTypes="AAAA">
                                      <p:cBhvr>
                                        <p:cTn id="13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81" y="6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13172 L -0.00065 0.06598 C -0.00065 0.03658 0.03255 0.0007 0.05976 0.0007 L 0.12018 0.0007 " pathEditMode="relative" rAng="0" ptsTypes="AAAA">
                                      <p:cBhvr>
                                        <p:cTn id="13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42" y="-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12" grpId="0"/>
      <p:bldP spid="17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53" y="1043967"/>
            <a:ext cx="3276600" cy="205590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26999" y="2835213"/>
            <a:ext cx="3483092" cy="956733"/>
          </a:xfrm>
        </p:spPr>
        <p:txBody>
          <a:bodyPr>
            <a:normAutofit/>
          </a:bodyPr>
          <a:lstStyle/>
          <a:p>
            <a:r>
              <a:rPr lang="ru-RU" sz="2200" dirty="0" smtClean="0"/>
              <a:t>Отображает текущее состояние </a:t>
            </a:r>
            <a:r>
              <a:rPr lang="ru-RU" sz="2200" dirty="0" err="1" smtClean="0"/>
              <a:t>репозитория</a:t>
            </a:r>
            <a:r>
              <a:rPr lang="ru-RU" sz="2200" dirty="0" smtClean="0"/>
              <a:t> </a:t>
            </a:r>
            <a:r>
              <a:rPr lang="en-US" sz="2200" dirty="0" err="1" smtClean="0"/>
              <a:t>Git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01" y="1043968"/>
            <a:ext cx="4809066" cy="2070271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2849034" y="2775571"/>
            <a:ext cx="4809066" cy="6773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200" dirty="0" smtClean="0"/>
              <a:t>Добавление файлов в индекс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667" y="1043967"/>
            <a:ext cx="3773933" cy="2070271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7958667" y="2655916"/>
            <a:ext cx="4004732" cy="11360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300" dirty="0" smtClean="0"/>
              <a:t>Создание </a:t>
            </a:r>
            <a:r>
              <a:rPr lang="ru-RU" sz="2300" dirty="0" err="1" smtClean="0"/>
              <a:t>коммита</a:t>
            </a:r>
            <a:r>
              <a:rPr lang="ru-RU" sz="2300" dirty="0" smtClean="0"/>
              <a:t> с записью изменений в </a:t>
            </a:r>
            <a:r>
              <a:rPr lang="ru-RU" sz="2300" dirty="0" err="1" smtClean="0"/>
              <a:t>репозиторий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829734" y="-97603"/>
            <a:ext cx="9448799" cy="11117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Создание </a:t>
            </a:r>
            <a:r>
              <a:rPr lang="ru-RU" dirty="0" err="1" smtClean="0"/>
              <a:t>коммита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374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9020" y="-1278467"/>
            <a:ext cx="11672046" cy="3329581"/>
          </a:xfrm>
        </p:spPr>
        <p:txBody>
          <a:bodyPr>
            <a:normAutofit/>
          </a:bodyPr>
          <a:lstStyle/>
          <a:p>
            <a:r>
              <a:rPr lang="ru-RU" dirty="0" smtClean="0"/>
              <a:t>Как перемещаться между разными </a:t>
            </a:r>
            <a:r>
              <a:rPr lang="ru-RU" dirty="0" err="1" smtClean="0"/>
              <a:t>коммитами</a:t>
            </a:r>
            <a:r>
              <a:rPr lang="ru-RU" dirty="0" smtClean="0"/>
              <a:t>?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1114"/>
            <a:ext cx="3409243" cy="2167466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-220132" y="3918946"/>
            <a:ext cx="3483092" cy="956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200" dirty="0" smtClean="0"/>
              <a:t>Просмотр истории </a:t>
            </a:r>
            <a:r>
              <a:rPr lang="ru-RU" sz="2200" dirty="0" err="1" smtClean="0"/>
              <a:t>коммитов</a:t>
            </a:r>
            <a:endParaRPr lang="ru-RU" sz="22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3480267" y="3918946"/>
            <a:ext cx="3483092" cy="956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200" dirty="0" smtClean="0"/>
              <a:t>Переход в определенный </a:t>
            </a:r>
            <a:r>
              <a:rPr lang="ru-RU" sz="2200" dirty="0" err="1" smtClean="0"/>
              <a:t>коммит</a:t>
            </a:r>
            <a:r>
              <a:rPr lang="ru-RU" sz="2200" dirty="0" smtClean="0"/>
              <a:t> по </a:t>
            </a:r>
            <a:r>
              <a:rPr lang="ru-RU" sz="2200" dirty="0" err="1" smtClean="0"/>
              <a:t>хэшу</a:t>
            </a:r>
            <a:r>
              <a:rPr lang="ru-RU" sz="2200" dirty="0" smtClean="0"/>
              <a:t> </a:t>
            </a:r>
            <a:r>
              <a:rPr lang="ru-RU" sz="2200" dirty="0" err="1" smtClean="0"/>
              <a:t>коммита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263" y="2051114"/>
            <a:ext cx="3622886" cy="211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6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65021" y="-67733"/>
            <a:ext cx="9081245" cy="1193800"/>
          </a:xfrm>
        </p:spPr>
        <p:txBody>
          <a:bodyPr>
            <a:normAutofit/>
          </a:bodyPr>
          <a:lstStyle/>
          <a:p>
            <a:r>
              <a:rPr lang="ru-RU" dirty="0" smtClean="0"/>
              <a:t>Ветки в </a:t>
            </a:r>
            <a:r>
              <a:rPr lang="en-US" dirty="0" err="1" smtClean="0"/>
              <a:t>Git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785937"/>
            <a:ext cx="6934200" cy="442912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732" y="3146107"/>
            <a:ext cx="638175" cy="73342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01" y="1010448"/>
            <a:ext cx="632460" cy="632460"/>
          </a:xfrm>
          <a:prstGeom prst="rect">
            <a:avLst/>
          </a:prstGeom>
        </p:spPr>
      </p:pic>
      <p:sp>
        <p:nvSpPr>
          <p:cNvPr id="13" name="Заголовок 1"/>
          <p:cNvSpPr txBox="1">
            <a:spLocks/>
          </p:cNvSpPr>
          <p:nvPr/>
        </p:nvSpPr>
        <p:spPr>
          <a:xfrm>
            <a:off x="490967" y="976192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</a:t>
            </a:r>
            <a:r>
              <a:rPr lang="en-US" sz="2900" dirty="0" smtClean="0"/>
              <a:t>Commit</a:t>
            </a:r>
            <a:endParaRPr lang="ru-RU" sz="2900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" y="1635880"/>
            <a:ext cx="638175" cy="638175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79875" y="1605857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</a:t>
            </a:r>
            <a:r>
              <a:rPr lang="en-US" sz="2900" dirty="0" smtClean="0"/>
              <a:t>Head</a:t>
            </a:r>
            <a:endParaRPr lang="ru-RU" sz="29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01" y="2219338"/>
            <a:ext cx="638175" cy="638175"/>
          </a:xfrm>
          <a:prstGeom prst="rect">
            <a:avLst/>
          </a:prstGeom>
        </p:spPr>
      </p:pic>
      <p:sp>
        <p:nvSpPr>
          <p:cNvPr id="17" name="Заголовок 1"/>
          <p:cNvSpPr txBox="1">
            <a:spLocks/>
          </p:cNvSpPr>
          <p:nvPr/>
        </p:nvSpPr>
        <p:spPr>
          <a:xfrm>
            <a:off x="325503" y="2200166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-Ветка</a:t>
            </a:r>
            <a:endParaRPr lang="ru-RU" sz="2900" dirty="0"/>
          </a:p>
        </p:txBody>
      </p:sp>
    </p:spTree>
    <p:extLst>
      <p:ext uri="{BB962C8B-B14F-4D97-AF65-F5344CB8AC3E}">
        <p14:creationId xmlns:p14="http://schemas.microsoft.com/office/powerpoint/2010/main" val="111861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48148E-6 L -1.04167E-6 0.07708 C -1.04167E-6 0.11134 0.01745 0.15463 0.03216 0.15463 L 0.06484 0.15463 " pathEditMode="relative" rAng="0" ptsTypes="AAAA">
                                      <p:cBhvr>
                                        <p:cTn id="4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2" y="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84 0.15463 L 0.06484 -0.06945 C 0.06484 -0.16991 0.08294 -0.29213 0.09792 -0.29213 L 0.13203 -0.29213 " pathEditMode="relative" rAng="0" ptsTypes="AAAA">
                                      <p:cBhvr>
                                        <p:cTn id="4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9" y="-2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00199"/>
            <a:ext cx="3371850" cy="197167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403598" y="3419475"/>
            <a:ext cx="4331445" cy="55245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Создание новой ветки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795" y="1667035"/>
            <a:ext cx="3257551" cy="1904839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3371849" y="3419475"/>
            <a:ext cx="4331445" cy="552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 smtClean="0"/>
              <a:t>Переход в ветку по названию</a:t>
            </a:r>
            <a:endParaRPr lang="ru-RU" sz="2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100" y="1726524"/>
            <a:ext cx="3105262" cy="1785859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7703294" y="3419475"/>
            <a:ext cx="4331445" cy="552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 smtClean="0"/>
              <a:t>Отображает список всех веток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1265021" y="-67733"/>
            <a:ext cx="9081245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Создание веток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46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31180" y="-142875"/>
            <a:ext cx="8825658" cy="11334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Слияние веток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885" y="2496502"/>
            <a:ext cx="1457325" cy="1419225"/>
          </a:xfrm>
          <a:prstGeom prst="rect">
            <a:avLst/>
          </a:prstGeom>
        </p:spPr>
      </p:pic>
      <p:pic>
        <p:nvPicPr>
          <p:cNvPr id="1079" name="Рисунок 10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84" y="1064419"/>
            <a:ext cx="7100491" cy="453534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646" y="5509120"/>
            <a:ext cx="1581150" cy="78105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637" y="3887152"/>
            <a:ext cx="876300" cy="11144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3547" y="3679906"/>
            <a:ext cx="1076325" cy="58102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01" y="1010448"/>
            <a:ext cx="632460" cy="632460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490967" y="976192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</a:t>
            </a:r>
            <a:r>
              <a:rPr lang="en-US" sz="2900" dirty="0" smtClean="0"/>
              <a:t>Commit</a:t>
            </a:r>
            <a:endParaRPr lang="ru-RU" sz="29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" y="1635880"/>
            <a:ext cx="638175" cy="638175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279875" y="1605857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</a:t>
            </a:r>
            <a:r>
              <a:rPr lang="en-US" sz="2900" dirty="0" smtClean="0"/>
              <a:t>Head</a:t>
            </a:r>
            <a:endParaRPr lang="ru-RU" sz="29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101" y="2219338"/>
            <a:ext cx="638175" cy="638175"/>
          </a:xfrm>
          <a:prstGeom prst="rect">
            <a:avLst/>
          </a:prstGeom>
        </p:spPr>
      </p:pic>
      <p:sp>
        <p:nvSpPr>
          <p:cNvPr id="13" name="Заголовок 1"/>
          <p:cNvSpPr txBox="1">
            <a:spLocks/>
          </p:cNvSpPr>
          <p:nvPr/>
        </p:nvSpPr>
        <p:spPr>
          <a:xfrm>
            <a:off x="325503" y="2200166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-Ветка</a:t>
            </a:r>
            <a:endParaRPr lang="ru-RU" sz="2900" dirty="0"/>
          </a:p>
        </p:txBody>
      </p:sp>
    </p:spTree>
    <p:extLst>
      <p:ext uri="{BB962C8B-B14F-4D97-AF65-F5344CB8AC3E}">
        <p14:creationId xmlns:p14="http://schemas.microsoft.com/office/powerpoint/2010/main" val="335795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2.59259E-6 L 0.06641 -0.00023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59629" y="-2105025"/>
            <a:ext cx="11120865" cy="3329581"/>
          </a:xfrm>
        </p:spPr>
        <p:txBody>
          <a:bodyPr/>
          <a:lstStyle/>
          <a:p>
            <a:r>
              <a:rPr lang="ru-RU" dirty="0" smtClean="0"/>
              <a:t>Команда для слияние веток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929" y="1224556"/>
            <a:ext cx="4641827" cy="2071688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3502026" y="3206688"/>
            <a:ext cx="3483092" cy="956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200" dirty="0" smtClean="0"/>
              <a:t>Слияние ветки (</a:t>
            </a:r>
            <a:r>
              <a:rPr lang="en-US" sz="2200" dirty="0" smtClean="0"/>
              <a:t>feature branch name) </a:t>
            </a:r>
            <a:r>
              <a:rPr lang="ru-RU" sz="2200" dirty="0" smtClean="0"/>
              <a:t>в текущую ветку (куда указывает </a:t>
            </a:r>
            <a:r>
              <a:rPr lang="en-US" sz="2200" dirty="0" smtClean="0"/>
              <a:t>Head)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91914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52889" y="-262466"/>
            <a:ext cx="8825658" cy="1346200"/>
          </a:xfrm>
        </p:spPr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rebase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137" y="1263951"/>
            <a:ext cx="5875867" cy="242804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855" y="3632728"/>
            <a:ext cx="6943725" cy="3057525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00" y="1306782"/>
            <a:ext cx="632460" cy="632460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465566" y="1272526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</a:t>
            </a:r>
            <a:r>
              <a:rPr lang="en-US" sz="2900" dirty="0" smtClean="0"/>
              <a:t>Commit</a:t>
            </a:r>
            <a:endParaRPr lang="ru-RU" sz="29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59" y="1932214"/>
            <a:ext cx="638175" cy="638175"/>
          </a:xfrm>
          <a:prstGeom prst="rect">
            <a:avLst/>
          </a:prstGeom>
        </p:spPr>
      </p:pic>
      <p:sp>
        <p:nvSpPr>
          <p:cNvPr id="17" name="Заголовок 1"/>
          <p:cNvSpPr txBox="1">
            <a:spLocks/>
          </p:cNvSpPr>
          <p:nvPr/>
        </p:nvSpPr>
        <p:spPr>
          <a:xfrm>
            <a:off x="254474" y="1902191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</a:t>
            </a:r>
            <a:r>
              <a:rPr lang="en-US" sz="2900" dirty="0" smtClean="0"/>
              <a:t>Head</a:t>
            </a:r>
            <a:endParaRPr lang="ru-RU" sz="2900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700" y="2515672"/>
            <a:ext cx="638175" cy="638175"/>
          </a:xfrm>
          <a:prstGeom prst="rect">
            <a:avLst/>
          </a:prstGeom>
        </p:spPr>
      </p:pic>
      <p:sp>
        <p:nvSpPr>
          <p:cNvPr id="19" name="Заголовок 1"/>
          <p:cNvSpPr txBox="1">
            <a:spLocks/>
          </p:cNvSpPr>
          <p:nvPr/>
        </p:nvSpPr>
        <p:spPr>
          <a:xfrm>
            <a:off x="300102" y="2496500"/>
            <a:ext cx="1813705" cy="578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900" dirty="0" smtClean="0"/>
              <a:t>-Ветка</a:t>
            </a:r>
            <a:endParaRPr lang="ru-RU" sz="2900" dirty="0"/>
          </a:p>
        </p:txBody>
      </p:sp>
    </p:spTree>
    <p:extLst>
      <p:ext uri="{BB962C8B-B14F-4D97-AF65-F5344CB8AC3E}">
        <p14:creationId xmlns:p14="http://schemas.microsoft.com/office/powerpoint/2010/main" val="218537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ig-data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720</TotalTime>
  <Words>291</Words>
  <Application>Microsoft Office PowerPoint</Application>
  <PresentationFormat>Широкоэкранный</PresentationFormat>
  <Paragraphs>60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big-data</vt:lpstr>
      <vt:lpstr>Презентация на тему: “Git”</vt:lpstr>
      <vt:lpstr>План:</vt:lpstr>
      <vt:lpstr>Что такое Git? </vt:lpstr>
      <vt:lpstr>Как работать с Git?</vt:lpstr>
      <vt:lpstr>Презентация PowerPoint</vt:lpstr>
      <vt:lpstr>Области Git</vt:lpstr>
      <vt:lpstr>Типы объектов в Git</vt:lpstr>
      <vt:lpstr>Коммит – указатель на дерево</vt:lpstr>
      <vt:lpstr>Отображает текущее состояние репозитория Git</vt:lpstr>
      <vt:lpstr>Как перемещаться между разными коммитами?</vt:lpstr>
      <vt:lpstr>Ветки в Git</vt:lpstr>
      <vt:lpstr>Создание новой ветки</vt:lpstr>
      <vt:lpstr>Слияние веток</vt:lpstr>
      <vt:lpstr>Команда для слияние веток</vt:lpstr>
      <vt:lpstr>Git rebase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тему: “Git”</dc:title>
  <dc:creator>Egor</dc:creator>
  <cp:lastModifiedBy>Egor</cp:lastModifiedBy>
  <cp:revision>61</cp:revision>
  <dcterms:created xsi:type="dcterms:W3CDTF">2022-11-30T16:18:06Z</dcterms:created>
  <dcterms:modified xsi:type="dcterms:W3CDTF">2022-12-14T11:48:35Z</dcterms:modified>
</cp:coreProperties>
</file>